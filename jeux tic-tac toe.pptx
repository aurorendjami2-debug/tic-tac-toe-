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6"/>
  </p:notesMasterIdLst>
  <p:sldIdLst>
    <p:sldId id="256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F10FD-8FFF-4805-8CF7-BF2293F3FC9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239B6-4E0B-4E16-A086-164B9618B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57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239B6-4E0B-4E16-A086-164B9618BA8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81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15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00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42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88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7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18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0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92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02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36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6601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512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942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470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925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DF33C-21B2-42B4-B822-CFD3F50F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5" y="1954149"/>
            <a:ext cx="9305925" cy="2533650"/>
          </a:xfrm>
        </p:spPr>
        <p:txBody>
          <a:bodyPr/>
          <a:lstStyle/>
          <a:p>
            <a:pPr algn="just"/>
            <a:r>
              <a:rPr lang="fr-FR" b="1" u="sng" dirty="0">
                <a:latin typeface="Algerian" panose="04020705040A02060702" pitchFamily="82" charset="0"/>
              </a:rPr>
              <a:t>PROJET</a:t>
            </a:r>
            <a:r>
              <a:rPr lang="fr-FR" dirty="0">
                <a:latin typeface="Algerian" panose="04020705040A02060702" pitchFamily="82" charset="0"/>
              </a:rPr>
              <a:t>: JEUX TIC-TAC TOE</a:t>
            </a:r>
            <a:br>
              <a:rPr lang="fr-FR" dirty="0">
                <a:latin typeface="Algerian" panose="04020705040A02060702" pitchFamily="82" charset="0"/>
              </a:rPr>
            </a:br>
            <a:r>
              <a:rPr lang="fr-FR" dirty="0">
                <a:latin typeface="Algerian" panose="04020705040A02060702" pitchFamily="82" charset="0"/>
              </a:rPr>
              <a:t>                 PROGRAMMER EN</a:t>
            </a:r>
            <a:br>
              <a:rPr lang="fr-FR" dirty="0">
                <a:latin typeface="Algerian" panose="04020705040A02060702" pitchFamily="82" charset="0"/>
              </a:rPr>
            </a:br>
            <a:r>
              <a:rPr lang="fr-FR" dirty="0">
                <a:latin typeface="Algerian" panose="04020705040A02060702" pitchFamily="82" charset="0"/>
              </a:rPr>
              <a:t>                 LANGAGE C</a:t>
            </a:r>
          </a:p>
        </p:txBody>
      </p:sp>
    </p:spTree>
    <p:extLst>
      <p:ext uri="{BB962C8B-B14F-4D97-AF65-F5344CB8AC3E}">
        <p14:creationId xmlns:p14="http://schemas.microsoft.com/office/powerpoint/2010/main" val="2800582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E3672-F963-4844-8A83-99D21B87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812800"/>
            <a:ext cx="9072880" cy="4795520"/>
          </a:xfrm>
        </p:spPr>
        <p:txBody>
          <a:bodyPr>
            <a:normAutofit/>
          </a:bodyPr>
          <a:lstStyle/>
          <a:p>
            <a:pPr algn="ctr"/>
            <a:r>
              <a:rPr lang="fr-FR" sz="8800" dirty="0">
                <a:latin typeface="Algerian" panose="04020705040A02060702" pitchFamily="82" charset="0"/>
              </a:rPr>
              <a:t>VISUALISATION DU JEUX TIC-TAC TOE</a:t>
            </a:r>
          </a:p>
        </p:txBody>
      </p:sp>
    </p:spTree>
    <p:extLst>
      <p:ext uri="{BB962C8B-B14F-4D97-AF65-F5344CB8AC3E}">
        <p14:creationId xmlns:p14="http://schemas.microsoft.com/office/powerpoint/2010/main" val="251835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47B99C8E-FEF8-4981-B567-537CE0FE1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0320927"/>
              </p:ext>
            </p:extLst>
          </p:nvPr>
        </p:nvGraphicFramePr>
        <p:xfrm>
          <a:off x="1473200" y="1757680"/>
          <a:ext cx="7863840" cy="2181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2196659856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4013088745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3947627194"/>
                    </a:ext>
                  </a:extLst>
                </a:gridCol>
              </a:tblGrid>
              <a:tr h="728134">
                <a:tc>
                  <a:txBody>
                    <a:bodyPr/>
                    <a:lstStyle/>
                    <a:p>
                      <a:pPr algn="ctr"/>
                      <a:r>
                        <a:rPr lang="fr-FR" sz="3200" b="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3200" b="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807212"/>
                  </a:ext>
                </a:extLst>
              </a:tr>
              <a:tr h="724746">
                <a:tc>
                  <a:txBody>
                    <a:bodyPr/>
                    <a:lstStyle/>
                    <a:p>
                      <a:pPr algn="ctr"/>
                      <a:endParaRPr lang="fr-FR" sz="3200" b="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059052"/>
                  </a:ext>
                </a:extLst>
              </a:tr>
              <a:tr h="728134">
                <a:tc>
                  <a:txBody>
                    <a:bodyPr/>
                    <a:lstStyle/>
                    <a:p>
                      <a:pPr algn="ctr"/>
                      <a:endParaRPr lang="fr-FR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84091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03771863-8D10-407E-90E7-B18F336A16FD}"/>
              </a:ext>
            </a:extLst>
          </p:cNvPr>
          <p:cNvSpPr txBox="1"/>
          <p:nvPr/>
        </p:nvSpPr>
        <p:spPr>
          <a:xfrm>
            <a:off x="1422400" y="1361440"/>
            <a:ext cx="786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            1                                     2                                      3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0A2A1C9-6B94-43F5-8192-0F0F43CA8005}"/>
              </a:ext>
            </a:extLst>
          </p:cNvPr>
          <p:cNvSpPr txBox="1"/>
          <p:nvPr/>
        </p:nvSpPr>
        <p:spPr>
          <a:xfrm>
            <a:off x="1066800" y="1773258"/>
            <a:ext cx="43688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2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sz="1050" dirty="0"/>
          </a:p>
          <a:p>
            <a:pPr algn="ctr"/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8991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4">
            <a:extLst>
              <a:ext uri="{FF2B5EF4-FFF2-40B4-BE49-F238E27FC236}">
                <a16:creationId xmlns:a16="http://schemas.microsoft.com/office/drawing/2014/main" id="{9751DE93-F962-4E0A-B4A9-A331B3681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7708229"/>
              </p:ext>
            </p:extLst>
          </p:nvPr>
        </p:nvGraphicFramePr>
        <p:xfrm>
          <a:off x="1473200" y="1757680"/>
          <a:ext cx="7863840" cy="2184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2196659856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4013088745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3947627194"/>
                    </a:ext>
                  </a:extLst>
                </a:gridCol>
              </a:tblGrid>
              <a:tr h="728134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807212"/>
                  </a:ext>
                </a:extLst>
              </a:tr>
              <a:tr h="728134">
                <a:tc>
                  <a:txBody>
                    <a:bodyPr/>
                    <a:lstStyle/>
                    <a:p>
                      <a:pPr algn="ctr"/>
                      <a:r>
                        <a:rPr lang="fr-FR" sz="3200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gerian" panose="04020705040A02060702" pitchFamily="8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gerian" panose="04020705040A02060702" pitchFamily="8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gerian" panose="04020705040A02060702" pitchFamily="82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059052"/>
                  </a:ext>
                </a:extLst>
              </a:tr>
              <a:tr h="728134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84091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12E528C2-6473-47C0-ADD8-1902EF175B00}"/>
              </a:ext>
            </a:extLst>
          </p:cNvPr>
          <p:cNvSpPr txBox="1"/>
          <p:nvPr/>
        </p:nvSpPr>
        <p:spPr>
          <a:xfrm>
            <a:off x="1422400" y="1361440"/>
            <a:ext cx="786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            1                                     2                                      3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F67629D-1EEC-46E7-9558-E5573003FD0F}"/>
              </a:ext>
            </a:extLst>
          </p:cNvPr>
          <p:cNvSpPr txBox="1"/>
          <p:nvPr/>
        </p:nvSpPr>
        <p:spPr>
          <a:xfrm>
            <a:off x="1046480" y="1773258"/>
            <a:ext cx="43688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2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sz="1050" dirty="0"/>
          </a:p>
          <a:p>
            <a:pPr algn="ctr"/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05709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</TotalTime>
  <Words>39</Words>
  <Application>Microsoft Office PowerPoint</Application>
  <PresentationFormat>Grand écran</PresentationFormat>
  <Paragraphs>27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Algerian</vt:lpstr>
      <vt:lpstr>Arial</vt:lpstr>
      <vt:lpstr>Calibri</vt:lpstr>
      <vt:lpstr>Trebuchet MS</vt:lpstr>
      <vt:lpstr>Wingdings 3</vt:lpstr>
      <vt:lpstr>Facette</vt:lpstr>
      <vt:lpstr>PROJET: JEUX TIC-TAC TOE                  PROGRAMMER EN                  LANGAGE C</vt:lpstr>
      <vt:lpstr>VISUALISATION DU JEUX TIC-TAC TOE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PROJET: JEUX TIC-TAC TOE                  PROGRAMMER EN                  LANGAGE C</dc:title>
  <dc:creator>User</dc:creator>
  <cp:lastModifiedBy>User</cp:lastModifiedBy>
  <cp:revision>8</cp:revision>
  <dcterms:created xsi:type="dcterms:W3CDTF">2026-04-11T09:49:00Z</dcterms:created>
  <dcterms:modified xsi:type="dcterms:W3CDTF">2026-04-11T11:21:08Z</dcterms:modified>
</cp:coreProperties>
</file>